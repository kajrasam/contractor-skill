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66CC"/>
                </a:solidFill>
                <a:latin typeface="Tahoma"/>
              </a:defRPr>
            </a:pPr>
            <a:r>
              <a:t>Contractor-Skill Web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System Architecture &amp; Design</a:t>
            </a:r>
          </a:p>
          <a:p>
            <a:r>
              <a:t>ระบบประเมินและพัฒนาขีดความสามารถพนักงาน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ภาพรวมของระบบ (System 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latin typeface="Tahoma"/>
              </a:defRPr>
            </a:pPr>
            <a:r>
              <a:t>ระบบ Contractor-Skill คือ Web Application สำหรับบริหารจัดการข้อมูลบุคลากร</a:t>
            </a:r>
          </a:p>
          <a:p>
            <a:pPr>
              <a:defRPr b="1"/>
            </a:pPr>
            <a:r>
              <a:t>เป้าหมายหลัก:</a:t>
            </a:r>
          </a:p>
          <a:p>
            <a:pPr lvl="1"/>
            <a:r>
              <a:t>ประเมินขีดความสามารถ (Competency Assessment)</a:t>
            </a:r>
          </a:p>
          <a:p>
            <a:pPr lvl="1"/>
            <a:r>
              <a:t>จัดทำแผนพัฒนาบุคลากรรายบุคคล (Individual Development Plan - IDP)</a:t>
            </a:r>
          </a:p>
          <a:p>
            <a:pPr lvl="1"/>
            <a:r>
              <a:t>ลดช่องว่างของทักษะ (Skill Gaps) ให้ตรงเป้าหมายองค์กร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สถาปัตยกรรมเทคโนโลยี (Tech Stack)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ออกแบบด้วย Client-Server Architecture แบบ Cloud-Native</a:t>
            </a:r>
          </a:p>
          <a:p>
            <a:pPr>
              <a:defRPr b="1"/>
            </a:pPr>
            <a:r>
              <a:t>Frontend (หน้าบ้าน):</a:t>
            </a:r>
          </a:p>
          <a:p>
            <a:pPr lvl="1"/>
            <a:r>
              <a:t>HTML5, Vanilla JavaScript, TailwindCSS (สวยงามและ Responsive), Chart.js</a:t>
            </a:r>
          </a:p>
          <a:p>
            <a:pPr>
              <a:defRPr b="1"/>
            </a:pPr>
            <a:r>
              <a:t>Backend (หลังบ้าน):</a:t>
            </a:r>
          </a:p>
          <a:p>
            <a:pPr lvl="1"/>
            <a:r>
              <a:t>Python (Flask Framework) จัดการ API และ Business Logic</a:t>
            </a:r>
          </a:p>
          <a:p>
            <a:pPr>
              <a:defRPr b="1"/>
            </a:pPr>
            <a:r>
              <a:t>Database (ฐานข้อมูล):</a:t>
            </a:r>
          </a:p>
          <a:p>
            <a:pPr lvl="1"/>
            <a:r>
              <a:t>Supabase (PostgreSQL) - Cloud-based ปลอดภัยและรวดเร็ว</a:t>
            </a:r>
          </a:p>
          <a:p>
            <a:pPr>
              <a:defRPr b="1"/>
            </a:pPr>
            <a:r>
              <a:t>Deployment:</a:t>
            </a:r>
          </a:p>
          <a:p>
            <a:pPr lvl="1"/>
            <a:r>
              <a:t>GitHub (Source Control) และ Render.com (Cloud Hosting &amp; CI/CD)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โมดูลและฟีเจอร์หลัก (Core Features)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ฟังก์ชันสำคัญของระบบ</a:t>
            </a:r>
          </a:p>
          <a:p>
            <a:pPr lvl="1">
              <a:defRPr sz="2000"/>
            </a:pPr>
            <a:r>
              <a:t>Authentication &amp; Role Management: แบ่งสิทธิ์ พนักงาน, หัวหน้างาน, แอดมิน</a:t>
            </a:r>
          </a:p>
          <a:p>
            <a:pPr lvl="1">
              <a:defRPr sz="2000"/>
            </a:pPr>
            <a:r>
              <a:t>Dashboard &amp; Analytics: สรุปภาพรวมด้วย Radar Chart (Target vs Actual)</a:t>
            </a:r>
          </a:p>
          <a:p>
            <a:pPr lvl="1">
              <a:defRPr sz="2000"/>
            </a:pPr>
            <a:r>
              <a:t>Competency Assessment: ประเมินทักษะและคำนวณ Skill Gap อัตโนมัติ</a:t>
            </a:r>
          </a:p>
          <a:p>
            <a:pPr lvl="1">
              <a:defRPr sz="2000"/>
            </a:pPr>
            <a:r>
              <a:t>Individual Development Plan (IDP): แนะนำหลักสูตรพัฒนาบุคลากรตามทักษะที่ขาด</a:t>
            </a:r>
          </a:p>
          <a:p>
            <a:pPr lvl="1">
              <a:defRPr sz="2000"/>
            </a:pPr>
            <a:r>
              <a:t>Admin Control: จัดการข้อมูลพนักงานและ Export ข้อมูลเป็น Excel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จุดเด่นของระบบ (Key Advantages)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ทำไมระบบนี้ถึงตอบโจทย์องค์กรยุคใหม่</a:t>
            </a:r>
          </a:p>
          <a:p>
            <a:pPr lvl="1">
              <a:defRPr sz="2200"/>
            </a:pPr>
            <a:r>
              <a:t>Modern &amp; Interactive UI: ดีไซน์สวยงาม ใช้งานง่าย เห็นภาพรวมได้ทันที</a:t>
            </a:r>
          </a:p>
          <a:p>
            <a:pPr lvl="1">
              <a:defRPr sz="2200"/>
            </a:pPr>
            <a:r>
              <a:t>Cloud-Native &amp; Scalable: โฮสต์บน Cloud ขยายระบบรองรับคนจำนวนมากได้ง่าย</a:t>
            </a:r>
          </a:p>
          <a:p>
            <a:pPr lvl="1">
              <a:defRPr sz="2200"/>
            </a:pPr>
            <a:r>
              <a:t>Real-time API &amp; Speed: ประมวลผลผ่าน REST API ทำงานไหลลื่นรวดเร็ว</a:t>
            </a:r>
          </a:p>
          <a:p>
            <a:pPr lvl="1">
              <a:defRPr sz="2200"/>
            </a:pPr>
            <a:r>
              <a:t>Actionable Insights: ระบบคำนวณ Skill Gap อัตโนมัติ และต่อยอดจัดทำ IDP ได้ทันที</a:t>
            </a:r>
          </a:p>
          <a:p>
            <a:pPr lvl="1">
              <a:defRPr sz="2200"/>
            </a:pPr>
            <a:r>
              <a:t>Data-Driven Decisions: มีข้อมูลประกอบการตัดสินใจสำหรับผู้บริหาร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